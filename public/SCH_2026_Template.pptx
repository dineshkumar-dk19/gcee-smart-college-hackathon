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29LT Bukra Bold" panose="020B0604020202020204" charset="-78"/>
      <p:regular r:id="rId8"/>
    </p:embeddedFont>
    <p:embeddedFont>
      <p:font typeface="Anton" pitchFamily="2" charset="0"/>
      <p:regular r:id="rId9"/>
    </p:embeddedFont>
    <p:embeddedFont>
      <p:font typeface="Big Shoulders Display Bold" panose="020B0604020202020204" charset="0"/>
      <p:regular r:id="rId10"/>
    </p:embeddedFont>
    <p:embeddedFont>
      <p:font typeface="Body Text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23003" y="9596169"/>
            <a:ext cx="2743795" cy="692808"/>
          </a:xfrm>
          <a:custGeom>
            <a:avLst/>
            <a:gdLst/>
            <a:ahLst/>
            <a:cxnLst/>
            <a:rect l="l" t="t" r="r" b="b"/>
            <a:pathLst>
              <a:path w="2743795" h="692808">
                <a:moveTo>
                  <a:pt x="0" y="0"/>
                </a:moveTo>
                <a:lnTo>
                  <a:pt x="2743795" y="0"/>
                </a:lnTo>
                <a:lnTo>
                  <a:pt x="2743795" y="692808"/>
                </a:lnTo>
                <a:lnTo>
                  <a:pt x="0" y="692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9583212"/>
            <a:ext cx="6708766" cy="718723"/>
            <a:chOff x="0" y="0"/>
            <a:chExt cx="1766918" cy="1892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66918" cy="189293"/>
            </a:xfrm>
            <a:custGeom>
              <a:avLst/>
              <a:gdLst/>
              <a:ahLst/>
              <a:cxnLst/>
              <a:rect l="l" t="t" r="r" b="b"/>
              <a:pathLst>
                <a:path w="1766918" h="189293">
                  <a:moveTo>
                    <a:pt x="203200" y="0"/>
                  </a:moveTo>
                  <a:lnTo>
                    <a:pt x="1766918" y="0"/>
                  </a:lnTo>
                  <a:lnTo>
                    <a:pt x="1563718" y="189293"/>
                  </a:lnTo>
                  <a:lnTo>
                    <a:pt x="0" y="18929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1563718" cy="2273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929528" y="6743571"/>
            <a:ext cx="1358472" cy="496640"/>
            <a:chOff x="0" y="0"/>
            <a:chExt cx="354547" cy="1114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4547" cy="111453"/>
            </a:xfrm>
            <a:custGeom>
              <a:avLst/>
              <a:gdLst/>
              <a:ahLst/>
              <a:cxnLst/>
              <a:rect l="l" t="t" r="r" b="b"/>
              <a:pathLst>
                <a:path w="354547" h="111453">
                  <a:moveTo>
                    <a:pt x="0" y="0"/>
                  </a:moveTo>
                  <a:lnTo>
                    <a:pt x="354547" y="0"/>
                  </a:lnTo>
                  <a:lnTo>
                    <a:pt x="354547" y="111453"/>
                  </a:lnTo>
                  <a:lnTo>
                    <a:pt x="0" y="111453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54547" cy="149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2345722"/>
            <a:ext cx="2509668" cy="368256"/>
            <a:chOff x="0" y="0"/>
            <a:chExt cx="601815" cy="650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01815" cy="65063"/>
            </a:xfrm>
            <a:custGeom>
              <a:avLst/>
              <a:gdLst/>
              <a:ahLst/>
              <a:cxnLst/>
              <a:rect l="l" t="t" r="r" b="b"/>
              <a:pathLst>
                <a:path w="601815" h="65063">
                  <a:moveTo>
                    <a:pt x="0" y="0"/>
                  </a:moveTo>
                  <a:lnTo>
                    <a:pt x="601815" y="0"/>
                  </a:lnTo>
                  <a:lnTo>
                    <a:pt x="601815" y="65063"/>
                  </a:lnTo>
                  <a:lnTo>
                    <a:pt x="0" y="6506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01815" cy="103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109116" y="6743571"/>
            <a:ext cx="520210" cy="496640"/>
            <a:chOff x="0" y="0"/>
            <a:chExt cx="116742" cy="11145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6742" cy="111453"/>
            </a:xfrm>
            <a:custGeom>
              <a:avLst/>
              <a:gdLst/>
              <a:ahLst/>
              <a:cxnLst/>
              <a:rect l="l" t="t" r="r" b="b"/>
              <a:pathLst>
                <a:path w="116742" h="111453">
                  <a:moveTo>
                    <a:pt x="0" y="0"/>
                  </a:moveTo>
                  <a:lnTo>
                    <a:pt x="116742" y="0"/>
                  </a:lnTo>
                  <a:lnTo>
                    <a:pt x="116742" y="111453"/>
                  </a:lnTo>
                  <a:lnTo>
                    <a:pt x="0" y="111453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6742" cy="149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929528" y="6743571"/>
            <a:ext cx="1358472" cy="496640"/>
            <a:chOff x="0" y="0"/>
            <a:chExt cx="304859" cy="11145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04859" cy="111453"/>
            </a:xfrm>
            <a:custGeom>
              <a:avLst/>
              <a:gdLst/>
              <a:ahLst/>
              <a:cxnLst/>
              <a:rect l="l" t="t" r="r" b="b"/>
              <a:pathLst>
                <a:path w="304859" h="111453">
                  <a:moveTo>
                    <a:pt x="0" y="0"/>
                  </a:moveTo>
                  <a:lnTo>
                    <a:pt x="304859" y="0"/>
                  </a:lnTo>
                  <a:lnTo>
                    <a:pt x="304859" y="111453"/>
                  </a:lnTo>
                  <a:lnTo>
                    <a:pt x="0" y="111453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04859" cy="149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0" y="2345722"/>
            <a:ext cx="2509668" cy="355355"/>
            <a:chOff x="0" y="0"/>
            <a:chExt cx="563204" cy="7974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63204" cy="79746"/>
            </a:xfrm>
            <a:custGeom>
              <a:avLst/>
              <a:gdLst/>
              <a:ahLst/>
              <a:cxnLst/>
              <a:rect l="l" t="t" r="r" b="b"/>
              <a:pathLst>
                <a:path w="563204" h="79746">
                  <a:moveTo>
                    <a:pt x="0" y="0"/>
                  </a:moveTo>
                  <a:lnTo>
                    <a:pt x="563204" y="0"/>
                  </a:lnTo>
                  <a:lnTo>
                    <a:pt x="563204" y="79746"/>
                  </a:lnTo>
                  <a:lnTo>
                    <a:pt x="0" y="7974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563204" cy="117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6109116" y="6743571"/>
            <a:ext cx="520210" cy="496640"/>
            <a:chOff x="0" y="0"/>
            <a:chExt cx="116742" cy="11145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6742" cy="111453"/>
            </a:xfrm>
            <a:custGeom>
              <a:avLst/>
              <a:gdLst/>
              <a:ahLst/>
              <a:cxnLst/>
              <a:rect l="l" t="t" r="r" b="b"/>
              <a:pathLst>
                <a:path w="116742" h="111453">
                  <a:moveTo>
                    <a:pt x="0" y="0"/>
                  </a:moveTo>
                  <a:lnTo>
                    <a:pt x="116742" y="0"/>
                  </a:lnTo>
                  <a:lnTo>
                    <a:pt x="116742" y="111453"/>
                  </a:lnTo>
                  <a:lnTo>
                    <a:pt x="0" y="111453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16742" cy="149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AutoShape 28"/>
          <p:cNvSpPr/>
          <p:nvPr/>
        </p:nvSpPr>
        <p:spPr>
          <a:xfrm flipV="1">
            <a:off x="2103792" y="4811242"/>
            <a:ext cx="12872090" cy="57833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9" name="Group 29"/>
          <p:cNvGrpSpPr/>
          <p:nvPr/>
        </p:nvGrpSpPr>
        <p:grpSpPr>
          <a:xfrm>
            <a:off x="2103792" y="3766473"/>
            <a:ext cx="12872090" cy="5614727"/>
            <a:chOff x="0" y="0"/>
            <a:chExt cx="3390180" cy="147877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390180" cy="1478776"/>
            </a:xfrm>
            <a:custGeom>
              <a:avLst/>
              <a:gdLst/>
              <a:ahLst/>
              <a:cxnLst/>
              <a:rect l="l" t="t" r="r" b="b"/>
              <a:pathLst>
                <a:path w="3390180" h="1478776">
                  <a:moveTo>
                    <a:pt x="0" y="0"/>
                  </a:moveTo>
                  <a:lnTo>
                    <a:pt x="3390180" y="0"/>
                  </a:lnTo>
                  <a:lnTo>
                    <a:pt x="3390180" y="1478776"/>
                  </a:lnTo>
                  <a:lnTo>
                    <a:pt x="0" y="14787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3390180" cy="1516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AutoShape 32"/>
          <p:cNvSpPr/>
          <p:nvPr/>
        </p:nvSpPr>
        <p:spPr>
          <a:xfrm>
            <a:off x="8539837" y="5940620"/>
            <a:ext cx="643604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AutoShape 33"/>
          <p:cNvSpPr/>
          <p:nvPr/>
        </p:nvSpPr>
        <p:spPr>
          <a:xfrm>
            <a:off x="8539837" y="3766473"/>
            <a:ext cx="0" cy="561472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Freeform 34"/>
          <p:cNvSpPr/>
          <p:nvPr/>
        </p:nvSpPr>
        <p:spPr>
          <a:xfrm>
            <a:off x="2909577" y="22556"/>
            <a:ext cx="3813140" cy="3813140"/>
          </a:xfrm>
          <a:custGeom>
            <a:avLst/>
            <a:gdLst/>
            <a:ahLst/>
            <a:cxnLst/>
            <a:rect l="l" t="t" r="r" b="b"/>
            <a:pathLst>
              <a:path w="3813140" h="3813140">
                <a:moveTo>
                  <a:pt x="0" y="0"/>
                </a:moveTo>
                <a:lnTo>
                  <a:pt x="3813140" y="0"/>
                </a:lnTo>
                <a:lnTo>
                  <a:pt x="3813140" y="3813139"/>
                </a:lnTo>
                <a:lnTo>
                  <a:pt x="0" y="38131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2637410" y="4107494"/>
            <a:ext cx="2306479" cy="560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05"/>
              </a:lnSpc>
              <a:spcBef>
                <a:spcPct val="0"/>
              </a:spcBef>
            </a:pPr>
            <a:r>
              <a:rPr lang="en-US" sz="2828" b="1" u="none" strike="noStrike" dirty="0">
                <a:solidFill>
                  <a:srgbClr val="FFFFF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TEAM HEAD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091750" y="5143500"/>
            <a:ext cx="3811657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395"/>
              </a:lnSpc>
              <a:spcBef>
                <a:spcPct val="0"/>
              </a:spcBef>
            </a:pPr>
            <a:r>
              <a:rPr lang="en-US" sz="3355" b="1" u="none" strike="noStrike" dirty="0">
                <a:solidFill>
                  <a:srgbClr val="FFFFF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TEAM MEMBERS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144000" y="3969045"/>
            <a:ext cx="1649968" cy="560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05"/>
              </a:lnSpc>
              <a:spcBef>
                <a:spcPct val="0"/>
              </a:spcBef>
            </a:pPr>
            <a:r>
              <a:rPr lang="en-US" sz="2828" b="1" u="none" strike="noStrike">
                <a:solidFill>
                  <a:srgbClr val="FFFFF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TEAM  ID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452709" y="6044757"/>
            <a:ext cx="189069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825"/>
              </a:lnSpc>
              <a:spcBef>
                <a:spcPct val="0"/>
              </a:spcBef>
            </a:pPr>
            <a:r>
              <a:rPr lang="en-US" sz="4446" b="1" dirty="0">
                <a:solidFill>
                  <a:srgbClr val="39FF14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TITLE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060092" y="706228"/>
            <a:ext cx="6023130" cy="2717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6"/>
              </a:lnSpc>
            </a:pPr>
            <a:r>
              <a:rPr lang="en-US" sz="20336" b="1">
                <a:solidFill>
                  <a:srgbClr val="39FF14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SCH ‘</a:t>
            </a:r>
          </a:p>
        </p:txBody>
      </p:sp>
      <p:sp>
        <p:nvSpPr>
          <p:cNvPr id="40" name="AutoShape 40"/>
          <p:cNvSpPr/>
          <p:nvPr/>
        </p:nvSpPr>
        <p:spPr>
          <a:xfrm>
            <a:off x="2103792" y="5921570"/>
            <a:ext cx="643604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TextBox 41"/>
          <p:cNvSpPr txBox="1"/>
          <p:nvPr/>
        </p:nvSpPr>
        <p:spPr>
          <a:xfrm>
            <a:off x="2005198" y="5091023"/>
            <a:ext cx="6224184" cy="583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3"/>
              </a:lnSpc>
              <a:spcBef>
                <a:spcPct val="0"/>
              </a:spcBef>
            </a:pPr>
            <a:r>
              <a:rPr lang="en-US" sz="2888" b="1" dirty="0">
                <a:solidFill>
                  <a:srgbClr val="FFFFF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PROBLEM STATEMENT ID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71657" y="1265551"/>
            <a:ext cx="9140758" cy="1993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17499" b="1" spc="1312">
                <a:solidFill>
                  <a:srgbClr val="FFFFFF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4158940" cy="1028700"/>
            <a:chOff x="0" y="0"/>
            <a:chExt cx="1095359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5359" cy="270933"/>
            </a:xfrm>
            <a:custGeom>
              <a:avLst/>
              <a:gdLst/>
              <a:ahLst/>
              <a:cxnLst/>
              <a:rect l="l" t="t" r="r" b="b"/>
              <a:pathLst>
                <a:path w="1095359" h="270933">
                  <a:moveTo>
                    <a:pt x="0" y="0"/>
                  </a:moveTo>
                  <a:lnTo>
                    <a:pt x="1095359" y="0"/>
                  </a:lnTo>
                  <a:lnTo>
                    <a:pt x="1095359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95359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695703" y="9720677"/>
            <a:ext cx="2142346" cy="292087"/>
            <a:chOff x="0" y="0"/>
            <a:chExt cx="480772" cy="655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0772" cy="65548"/>
            </a:xfrm>
            <a:custGeom>
              <a:avLst/>
              <a:gdLst/>
              <a:ahLst/>
              <a:cxnLst/>
              <a:rect l="l" t="t" r="r" b="b"/>
              <a:pathLst>
                <a:path w="480772" h="65548">
                  <a:moveTo>
                    <a:pt x="0" y="0"/>
                  </a:moveTo>
                  <a:lnTo>
                    <a:pt x="480772" y="0"/>
                  </a:lnTo>
                  <a:lnTo>
                    <a:pt x="480772" y="65548"/>
                  </a:lnTo>
                  <a:lnTo>
                    <a:pt x="0" y="65548"/>
                  </a:ln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0772" cy="103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152803" y="9700319"/>
            <a:ext cx="2242863" cy="566323"/>
          </a:xfrm>
          <a:custGeom>
            <a:avLst/>
            <a:gdLst/>
            <a:ahLst/>
            <a:cxnLst/>
            <a:rect l="l" t="t" r="r" b="b"/>
            <a:pathLst>
              <a:path w="2242863" h="566323">
                <a:moveTo>
                  <a:pt x="0" y="0"/>
                </a:moveTo>
                <a:lnTo>
                  <a:pt x="2242863" y="0"/>
                </a:lnTo>
                <a:lnTo>
                  <a:pt x="2242863" y="566323"/>
                </a:lnTo>
                <a:lnTo>
                  <a:pt x="0" y="566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9829800" y="9568277"/>
            <a:ext cx="6708766" cy="718723"/>
            <a:chOff x="0" y="0"/>
            <a:chExt cx="1766918" cy="1892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66918" cy="189293"/>
            </a:xfrm>
            <a:custGeom>
              <a:avLst/>
              <a:gdLst/>
              <a:ahLst/>
              <a:cxnLst/>
              <a:rect l="l" t="t" r="r" b="b"/>
              <a:pathLst>
                <a:path w="1766918" h="189293">
                  <a:moveTo>
                    <a:pt x="203200" y="0"/>
                  </a:moveTo>
                  <a:lnTo>
                    <a:pt x="1766918" y="0"/>
                  </a:lnTo>
                  <a:lnTo>
                    <a:pt x="1563718" y="189293"/>
                  </a:lnTo>
                  <a:lnTo>
                    <a:pt x="0" y="18929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01600" y="-38100"/>
              <a:ext cx="1563718" cy="2273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1910630"/>
            <a:ext cx="904875" cy="3298639"/>
            <a:chOff x="0" y="0"/>
            <a:chExt cx="203066" cy="74025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3066" cy="740259"/>
            </a:xfrm>
            <a:custGeom>
              <a:avLst/>
              <a:gdLst/>
              <a:ahLst/>
              <a:cxnLst/>
              <a:rect l="l" t="t" r="r" b="b"/>
              <a:pathLst>
                <a:path w="203066" h="740259">
                  <a:moveTo>
                    <a:pt x="0" y="0"/>
                  </a:moveTo>
                  <a:lnTo>
                    <a:pt x="203066" y="0"/>
                  </a:lnTo>
                  <a:lnTo>
                    <a:pt x="203066" y="740259"/>
                  </a:lnTo>
                  <a:lnTo>
                    <a:pt x="0" y="7402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DB0707">
                      <a:alpha val="100000"/>
                    </a:srgbClr>
                  </a:gs>
                  <a:gs pos="100000">
                    <a:srgbClr val="F67C48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03066" cy="778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056732" y="4760672"/>
            <a:ext cx="1231268" cy="3298639"/>
            <a:chOff x="0" y="0"/>
            <a:chExt cx="276313" cy="74025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6313" cy="740259"/>
            </a:xfrm>
            <a:custGeom>
              <a:avLst/>
              <a:gdLst/>
              <a:ahLst/>
              <a:cxnLst/>
              <a:rect l="l" t="t" r="r" b="b"/>
              <a:pathLst>
                <a:path w="276313" h="740259">
                  <a:moveTo>
                    <a:pt x="0" y="0"/>
                  </a:moveTo>
                  <a:lnTo>
                    <a:pt x="276313" y="0"/>
                  </a:lnTo>
                  <a:lnTo>
                    <a:pt x="276313" y="740259"/>
                  </a:lnTo>
                  <a:lnTo>
                    <a:pt x="0" y="7402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DB0707">
                      <a:alpha val="100000"/>
                    </a:srgbClr>
                  </a:gs>
                  <a:gs pos="100000">
                    <a:srgbClr val="F67C48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6313" cy="778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5895863" y="0"/>
            <a:ext cx="2321737" cy="2321737"/>
          </a:xfrm>
          <a:custGeom>
            <a:avLst/>
            <a:gdLst/>
            <a:ahLst/>
            <a:cxnLst/>
            <a:rect l="l" t="t" r="r" b="b"/>
            <a:pathLst>
              <a:path w="2321737" h="2321737">
                <a:moveTo>
                  <a:pt x="0" y="0"/>
                </a:moveTo>
                <a:lnTo>
                  <a:pt x="2321737" y="0"/>
                </a:lnTo>
                <a:lnTo>
                  <a:pt x="2321737" y="2321737"/>
                </a:lnTo>
                <a:lnTo>
                  <a:pt x="0" y="2321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904875" y="110794"/>
            <a:ext cx="13157369" cy="150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60"/>
              </a:lnSpc>
            </a:pPr>
            <a:r>
              <a:rPr lang="en-US" sz="7679" b="1">
                <a:solidFill>
                  <a:srgbClr val="FFFFF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PROBLEM STATEMENT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93045" y="2266608"/>
            <a:ext cx="6587609" cy="679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1"/>
              </a:lnSpc>
              <a:spcBef>
                <a:spcPct val="0"/>
              </a:spcBef>
            </a:pPr>
            <a:r>
              <a:rPr lang="en-US" sz="400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Describe the 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84987" y="2758400"/>
            <a:ext cx="8022305" cy="452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36"/>
              </a:lnSpc>
            </a:pPr>
            <a:r>
              <a:rPr lang="en-US" sz="2830">
                <a:solidFill>
                  <a:srgbClr val="FFFFFF"/>
                </a:solidFill>
                <a:latin typeface="Body Text"/>
                <a:ea typeface="Body Text"/>
                <a:cs typeface="Body Text"/>
                <a:sym typeface="Body Text"/>
              </a:rPr>
              <a:t>quick overview of the whole presentation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39490" y="-4899890"/>
            <a:ext cx="13157369" cy="7884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60"/>
              </a:lnSpc>
            </a:pPr>
            <a:endParaRPr/>
          </a:p>
          <a:p>
            <a:pPr algn="l">
              <a:lnSpc>
                <a:spcPts val="10060"/>
              </a:lnSpc>
            </a:pPr>
            <a:endParaRPr/>
          </a:p>
          <a:p>
            <a:pPr algn="l">
              <a:lnSpc>
                <a:spcPts val="10060"/>
              </a:lnSpc>
            </a:pPr>
            <a:endParaRPr/>
          </a:p>
          <a:p>
            <a:pPr algn="l">
              <a:lnSpc>
                <a:spcPts val="10060"/>
              </a:lnSpc>
            </a:pPr>
            <a:endParaRPr/>
          </a:p>
          <a:p>
            <a:pPr algn="l">
              <a:lnSpc>
                <a:spcPts val="10060"/>
              </a:lnSpc>
            </a:pPr>
            <a:r>
              <a:rPr lang="en-US" sz="7679" b="1">
                <a:solidFill>
                  <a:srgbClr val="FFFFF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ABSTRACT</a:t>
            </a:r>
          </a:p>
          <a:p>
            <a:pPr algn="l">
              <a:lnSpc>
                <a:spcPts val="10060"/>
              </a:lnSpc>
            </a:pPr>
            <a:endParaRPr lang="en-US" sz="7679" b="1">
              <a:solidFill>
                <a:srgbClr val="FFFFFF"/>
              </a:solidFill>
              <a:latin typeface="29LT Bukra Bold"/>
              <a:ea typeface="29LT Bukra Bold"/>
              <a:cs typeface="29LT Bukra Bold"/>
              <a:sym typeface="29LT Bukra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9258300"/>
            <a:ext cx="4158940" cy="1028700"/>
            <a:chOff x="0" y="0"/>
            <a:chExt cx="1095359" cy="2709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5359" cy="270933"/>
            </a:xfrm>
            <a:custGeom>
              <a:avLst/>
              <a:gdLst/>
              <a:ahLst/>
              <a:cxnLst/>
              <a:rect l="l" t="t" r="r" b="b"/>
              <a:pathLst>
                <a:path w="1095359" h="270933">
                  <a:moveTo>
                    <a:pt x="0" y="0"/>
                  </a:moveTo>
                  <a:lnTo>
                    <a:pt x="1095359" y="0"/>
                  </a:lnTo>
                  <a:lnTo>
                    <a:pt x="1095359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95359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343575" y="9720677"/>
            <a:ext cx="2142346" cy="292087"/>
            <a:chOff x="0" y="0"/>
            <a:chExt cx="480772" cy="655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0772" cy="65548"/>
            </a:xfrm>
            <a:custGeom>
              <a:avLst/>
              <a:gdLst/>
              <a:ahLst/>
              <a:cxnLst/>
              <a:rect l="l" t="t" r="r" b="b"/>
              <a:pathLst>
                <a:path w="480772" h="65548">
                  <a:moveTo>
                    <a:pt x="0" y="0"/>
                  </a:moveTo>
                  <a:lnTo>
                    <a:pt x="480772" y="0"/>
                  </a:lnTo>
                  <a:lnTo>
                    <a:pt x="480772" y="65548"/>
                  </a:lnTo>
                  <a:lnTo>
                    <a:pt x="0" y="65548"/>
                  </a:ln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0772" cy="103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124899" y="9720677"/>
            <a:ext cx="2163101" cy="546183"/>
          </a:xfrm>
          <a:custGeom>
            <a:avLst/>
            <a:gdLst/>
            <a:ahLst/>
            <a:cxnLst/>
            <a:rect l="l" t="t" r="r" b="b"/>
            <a:pathLst>
              <a:path w="2163101" h="546183">
                <a:moveTo>
                  <a:pt x="0" y="0"/>
                </a:moveTo>
                <a:lnTo>
                  <a:pt x="2163101" y="0"/>
                </a:lnTo>
                <a:lnTo>
                  <a:pt x="2163101" y="546183"/>
                </a:lnTo>
                <a:lnTo>
                  <a:pt x="0" y="5461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9829800" y="9568277"/>
            <a:ext cx="6708766" cy="718723"/>
            <a:chOff x="0" y="0"/>
            <a:chExt cx="1766918" cy="18929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66918" cy="189293"/>
            </a:xfrm>
            <a:custGeom>
              <a:avLst/>
              <a:gdLst/>
              <a:ahLst/>
              <a:cxnLst/>
              <a:rect l="l" t="t" r="r" b="b"/>
              <a:pathLst>
                <a:path w="1766918" h="189293">
                  <a:moveTo>
                    <a:pt x="203200" y="0"/>
                  </a:moveTo>
                  <a:lnTo>
                    <a:pt x="1766918" y="0"/>
                  </a:lnTo>
                  <a:lnTo>
                    <a:pt x="1563718" y="189293"/>
                  </a:lnTo>
                  <a:lnTo>
                    <a:pt x="0" y="18929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1563718" cy="2273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1910630"/>
            <a:ext cx="904875" cy="3298639"/>
            <a:chOff x="0" y="0"/>
            <a:chExt cx="203066" cy="74025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3066" cy="740259"/>
            </a:xfrm>
            <a:custGeom>
              <a:avLst/>
              <a:gdLst/>
              <a:ahLst/>
              <a:cxnLst/>
              <a:rect l="l" t="t" r="r" b="b"/>
              <a:pathLst>
                <a:path w="203066" h="740259">
                  <a:moveTo>
                    <a:pt x="0" y="0"/>
                  </a:moveTo>
                  <a:lnTo>
                    <a:pt x="203066" y="0"/>
                  </a:lnTo>
                  <a:lnTo>
                    <a:pt x="203066" y="740259"/>
                  </a:lnTo>
                  <a:lnTo>
                    <a:pt x="0" y="7402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DB0707">
                      <a:alpha val="100000"/>
                    </a:srgbClr>
                  </a:gs>
                  <a:gs pos="100000">
                    <a:srgbClr val="F67C48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03066" cy="778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56732" y="4760672"/>
            <a:ext cx="1231268" cy="3298639"/>
            <a:chOff x="0" y="0"/>
            <a:chExt cx="276313" cy="74025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76313" cy="740259"/>
            </a:xfrm>
            <a:custGeom>
              <a:avLst/>
              <a:gdLst/>
              <a:ahLst/>
              <a:cxnLst/>
              <a:rect l="l" t="t" r="r" b="b"/>
              <a:pathLst>
                <a:path w="276313" h="740259">
                  <a:moveTo>
                    <a:pt x="0" y="0"/>
                  </a:moveTo>
                  <a:lnTo>
                    <a:pt x="276313" y="0"/>
                  </a:lnTo>
                  <a:lnTo>
                    <a:pt x="276313" y="740259"/>
                  </a:lnTo>
                  <a:lnTo>
                    <a:pt x="0" y="7402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DB0707">
                      <a:alpha val="100000"/>
                    </a:srgbClr>
                  </a:gs>
                  <a:gs pos="100000">
                    <a:srgbClr val="F67C48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76313" cy="778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5895863" y="0"/>
            <a:ext cx="2321737" cy="2321737"/>
          </a:xfrm>
          <a:custGeom>
            <a:avLst/>
            <a:gdLst/>
            <a:ahLst/>
            <a:cxnLst/>
            <a:rect l="l" t="t" r="r" b="b"/>
            <a:pathLst>
              <a:path w="2321737" h="2321737">
                <a:moveTo>
                  <a:pt x="0" y="0"/>
                </a:moveTo>
                <a:lnTo>
                  <a:pt x="2321737" y="0"/>
                </a:lnTo>
                <a:lnTo>
                  <a:pt x="2321737" y="2321737"/>
                </a:lnTo>
                <a:lnTo>
                  <a:pt x="0" y="2321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79946" y="8772137"/>
            <a:ext cx="513179" cy="486163"/>
            <a:chOff x="0" y="0"/>
            <a:chExt cx="115164" cy="1091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164" cy="109102"/>
            </a:xfrm>
            <a:custGeom>
              <a:avLst/>
              <a:gdLst/>
              <a:ahLst/>
              <a:cxnLst/>
              <a:rect l="l" t="t" r="r" b="b"/>
              <a:pathLst>
                <a:path w="115164" h="109102">
                  <a:moveTo>
                    <a:pt x="0" y="0"/>
                  </a:moveTo>
                  <a:lnTo>
                    <a:pt x="115164" y="0"/>
                  </a:lnTo>
                  <a:lnTo>
                    <a:pt x="115164" y="109102"/>
                  </a:lnTo>
                  <a:lnTo>
                    <a:pt x="0" y="109102"/>
                  </a:lnTo>
                  <a:close/>
                </a:path>
              </a:pathLst>
            </a:custGeom>
            <a:solidFill>
              <a:srgbClr val="FFFFF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5164" cy="147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46545" y="2834343"/>
            <a:ext cx="7857154" cy="5803337"/>
            <a:chOff x="0" y="0"/>
            <a:chExt cx="1217279" cy="8990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7279" cy="899089"/>
            </a:xfrm>
            <a:custGeom>
              <a:avLst/>
              <a:gdLst/>
              <a:ahLst/>
              <a:cxnLst/>
              <a:rect l="l" t="t" r="r" b="b"/>
              <a:pathLst>
                <a:path w="1217279" h="899089">
                  <a:moveTo>
                    <a:pt x="0" y="0"/>
                  </a:moveTo>
                  <a:lnTo>
                    <a:pt x="1217279" y="0"/>
                  </a:lnTo>
                  <a:lnTo>
                    <a:pt x="1217279" y="899089"/>
                  </a:lnTo>
                  <a:lnTo>
                    <a:pt x="0" y="8990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204314" y="9258300"/>
            <a:ext cx="1579880" cy="496640"/>
            <a:chOff x="0" y="0"/>
            <a:chExt cx="354547" cy="1114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54547" cy="111453"/>
            </a:xfrm>
            <a:custGeom>
              <a:avLst/>
              <a:gdLst/>
              <a:ahLst/>
              <a:cxnLst/>
              <a:rect l="l" t="t" r="r" b="b"/>
              <a:pathLst>
                <a:path w="354547" h="111453">
                  <a:moveTo>
                    <a:pt x="0" y="0"/>
                  </a:moveTo>
                  <a:lnTo>
                    <a:pt x="354547" y="0"/>
                  </a:lnTo>
                  <a:lnTo>
                    <a:pt x="354547" y="111453"/>
                  </a:lnTo>
                  <a:lnTo>
                    <a:pt x="0" y="111453"/>
                  </a:lnTo>
                  <a:close/>
                </a:path>
              </a:pathLst>
            </a:custGeom>
            <a:solidFill>
              <a:srgbClr val="FFFFF0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54547" cy="149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248159" y="9258300"/>
            <a:ext cx="520210" cy="496640"/>
            <a:chOff x="0" y="0"/>
            <a:chExt cx="116742" cy="11145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6742" cy="111453"/>
            </a:xfrm>
            <a:custGeom>
              <a:avLst/>
              <a:gdLst/>
              <a:ahLst/>
              <a:cxnLst/>
              <a:rect l="l" t="t" r="r" b="b"/>
              <a:pathLst>
                <a:path w="116742" h="111453">
                  <a:moveTo>
                    <a:pt x="0" y="0"/>
                  </a:moveTo>
                  <a:lnTo>
                    <a:pt x="116742" y="0"/>
                  </a:lnTo>
                  <a:lnTo>
                    <a:pt x="116742" y="111453"/>
                  </a:lnTo>
                  <a:lnTo>
                    <a:pt x="0" y="111453"/>
                  </a:lnTo>
                  <a:close/>
                </a:path>
              </a:pathLst>
            </a:custGeom>
            <a:solidFill>
              <a:srgbClr val="FFFFF0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6742" cy="149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8920174"/>
            <a:ext cx="2862047" cy="1366826"/>
            <a:chOff x="0" y="0"/>
            <a:chExt cx="753790" cy="35998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53790" cy="359987"/>
            </a:xfrm>
            <a:custGeom>
              <a:avLst/>
              <a:gdLst/>
              <a:ahLst/>
              <a:cxnLst/>
              <a:rect l="l" t="t" r="r" b="b"/>
              <a:pathLst>
                <a:path w="753790" h="359987">
                  <a:moveTo>
                    <a:pt x="0" y="0"/>
                  </a:moveTo>
                  <a:lnTo>
                    <a:pt x="753790" y="0"/>
                  </a:lnTo>
                  <a:lnTo>
                    <a:pt x="753790" y="359987"/>
                  </a:lnTo>
                  <a:lnTo>
                    <a:pt x="0" y="359987"/>
                  </a:ln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753790" cy="398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21187" y="9506620"/>
            <a:ext cx="2681721" cy="267447"/>
            <a:chOff x="0" y="0"/>
            <a:chExt cx="601815" cy="600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01815" cy="60019"/>
            </a:xfrm>
            <a:custGeom>
              <a:avLst/>
              <a:gdLst/>
              <a:ahLst/>
              <a:cxnLst/>
              <a:rect l="l" t="t" r="r" b="b"/>
              <a:pathLst>
                <a:path w="601815" h="60019">
                  <a:moveTo>
                    <a:pt x="0" y="0"/>
                  </a:moveTo>
                  <a:lnTo>
                    <a:pt x="601815" y="0"/>
                  </a:lnTo>
                  <a:lnTo>
                    <a:pt x="601815" y="60019"/>
                  </a:lnTo>
                  <a:lnTo>
                    <a:pt x="0" y="600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01815" cy="98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28700" y="3227263"/>
            <a:ext cx="7858737" cy="417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21"/>
              </a:lnSpc>
            </a:pPr>
            <a:r>
              <a:rPr lang="en-US" sz="2592">
                <a:solidFill>
                  <a:srgbClr val="FFFFFF"/>
                </a:solidFill>
                <a:latin typeface="Body Text"/>
                <a:ea typeface="Body Text"/>
                <a:cs typeface="Body Text"/>
                <a:sym typeface="Body Text"/>
              </a:rPr>
              <a:t>Detailed solution for your problem statement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5143" y="752475"/>
            <a:ext cx="9932818" cy="1222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39"/>
              </a:lnSpc>
            </a:pPr>
            <a:r>
              <a:rPr lang="en-US" sz="6213" b="1">
                <a:solidFill>
                  <a:srgbClr val="FFFFF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PROPOSED SOLUTION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323735" y="1786572"/>
            <a:ext cx="1433134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BLOCK DIAGRAM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81761" y="2008664"/>
            <a:ext cx="1386721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Block Diagram</a:t>
            </a:r>
          </a:p>
        </p:txBody>
      </p:sp>
      <p:sp>
        <p:nvSpPr>
          <p:cNvPr id="23" name="Freeform 23"/>
          <p:cNvSpPr/>
          <p:nvPr/>
        </p:nvSpPr>
        <p:spPr>
          <a:xfrm>
            <a:off x="15895863" y="0"/>
            <a:ext cx="2321737" cy="2321737"/>
          </a:xfrm>
          <a:custGeom>
            <a:avLst/>
            <a:gdLst/>
            <a:ahLst/>
            <a:cxnLst/>
            <a:rect l="l" t="t" r="r" b="b"/>
            <a:pathLst>
              <a:path w="2321737" h="2321737">
                <a:moveTo>
                  <a:pt x="0" y="0"/>
                </a:moveTo>
                <a:lnTo>
                  <a:pt x="2321737" y="0"/>
                </a:lnTo>
                <a:lnTo>
                  <a:pt x="2321737" y="2321737"/>
                </a:lnTo>
                <a:lnTo>
                  <a:pt x="0" y="23217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BBC0A1B-7695-050A-3BE6-1322746C62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3097" y="2871062"/>
            <a:ext cx="7684047" cy="57091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9174189"/>
            <a:ext cx="3003140" cy="1112811"/>
            <a:chOff x="0" y="0"/>
            <a:chExt cx="1364325" cy="102134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64325" cy="1021343"/>
            </a:xfrm>
            <a:custGeom>
              <a:avLst/>
              <a:gdLst/>
              <a:ahLst/>
              <a:cxnLst/>
              <a:rect l="l" t="t" r="r" b="b"/>
              <a:pathLst>
                <a:path w="1364325" h="1021343">
                  <a:moveTo>
                    <a:pt x="0" y="0"/>
                  </a:moveTo>
                  <a:lnTo>
                    <a:pt x="1364325" y="0"/>
                  </a:lnTo>
                  <a:lnTo>
                    <a:pt x="1364325" y="1021343"/>
                  </a:lnTo>
                  <a:lnTo>
                    <a:pt x="0" y="102134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64325" cy="1059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6456586" y="9622915"/>
            <a:ext cx="11318235" cy="664085"/>
            <a:chOff x="0" y="0"/>
            <a:chExt cx="1538503" cy="11037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38503" cy="1103709"/>
            </a:xfrm>
            <a:custGeom>
              <a:avLst/>
              <a:gdLst/>
              <a:ahLst/>
              <a:cxnLst/>
              <a:rect l="l" t="t" r="r" b="b"/>
              <a:pathLst>
                <a:path w="1538503" h="1103709">
                  <a:moveTo>
                    <a:pt x="0" y="0"/>
                  </a:moveTo>
                  <a:lnTo>
                    <a:pt x="1538503" y="0"/>
                  </a:lnTo>
                  <a:lnTo>
                    <a:pt x="1538503" y="1103709"/>
                  </a:lnTo>
                  <a:lnTo>
                    <a:pt x="0" y="11037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DB0707">
                      <a:alpha val="100000"/>
                    </a:srgbClr>
                  </a:gs>
                  <a:gs pos="100000">
                    <a:srgbClr val="F67C48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38503" cy="1141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148115" y="5149464"/>
            <a:ext cx="2139886" cy="819920"/>
            <a:chOff x="0" y="0"/>
            <a:chExt cx="442241" cy="1114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2241" cy="111453"/>
            </a:xfrm>
            <a:custGeom>
              <a:avLst/>
              <a:gdLst/>
              <a:ahLst/>
              <a:cxnLst/>
              <a:rect l="l" t="t" r="r" b="b"/>
              <a:pathLst>
                <a:path w="442241" h="111453">
                  <a:moveTo>
                    <a:pt x="0" y="0"/>
                  </a:moveTo>
                  <a:lnTo>
                    <a:pt x="442241" y="0"/>
                  </a:lnTo>
                  <a:lnTo>
                    <a:pt x="442241" y="111453"/>
                  </a:lnTo>
                  <a:lnTo>
                    <a:pt x="0" y="111453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42241" cy="149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708968" y="5149464"/>
            <a:ext cx="858832" cy="819920"/>
            <a:chOff x="0" y="0"/>
            <a:chExt cx="116742" cy="1114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6742" cy="111453"/>
            </a:xfrm>
            <a:custGeom>
              <a:avLst/>
              <a:gdLst/>
              <a:ahLst/>
              <a:cxnLst/>
              <a:rect l="l" t="t" r="r" b="b"/>
              <a:pathLst>
                <a:path w="116742" h="111453">
                  <a:moveTo>
                    <a:pt x="0" y="0"/>
                  </a:moveTo>
                  <a:lnTo>
                    <a:pt x="116742" y="0"/>
                  </a:lnTo>
                  <a:lnTo>
                    <a:pt x="116742" y="111453"/>
                  </a:lnTo>
                  <a:lnTo>
                    <a:pt x="0" y="111453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6742" cy="149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948002" y="9622915"/>
            <a:ext cx="2142346" cy="292087"/>
            <a:chOff x="0" y="0"/>
            <a:chExt cx="480772" cy="655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0772" cy="65548"/>
            </a:xfrm>
            <a:custGeom>
              <a:avLst/>
              <a:gdLst/>
              <a:ahLst/>
              <a:cxnLst/>
              <a:rect l="l" t="t" r="r" b="b"/>
              <a:pathLst>
                <a:path w="480772" h="65548">
                  <a:moveTo>
                    <a:pt x="0" y="0"/>
                  </a:moveTo>
                  <a:lnTo>
                    <a:pt x="480772" y="0"/>
                  </a:lnTo>
                  <a:lnTo>
                    <a:pt x="480772" y="65548"/>
                  </a:lnTo>
                  <a:lnTo>
                    <a:pt x="0" y="65548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80772" cy="103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774821" y="2215684"/>
            <a:ext cx="513179" cy="486163"/>
            <a:chOff x="0" y="0"/>
            <a:chExt cx="115164" cy="10910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5164" cy="109102"/>
            </a:xfrm>
            <a:custGeom>
              <a:avLst/>
              <a:gdLst/>
              <a:ahLst/>
              <a:cxnLst/>
              <a:rect l="l" t="t" r="r" b="b"/>
              <a:pathLst>
                <a:path w="115164" h="109102">
                  <a:moveTo>
                    <a:pt x="0" y="0"/>
                  </a:moveTo>
                  <a:lnTo>
                    <a:pt x="115164" y="0"/>
                  </a:lnTo>
                  <a:lnTo>
                    <a:pt x="115164" y="109102"/>
                  </a:lnTo>
                  <a:lnTo>
                    <a:pt x="0" y="1091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15164" cy="147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97728" y="420240"/>
            <a:ext cx="10171019" cy="1600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5"/>
              </a:lnSpc>
            </a:pPr>
            <a:r>
              <a:rPr lang="en-US" sz="8179" b="1">
                <a:solidFill>
                  <a:srgbClr val="FFFFF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METHODOLOGY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09606" y="2651062"/>
            <a:ext cx="7858737" cy="846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21"/>
              </a:lnSpc>
            </a:pPr>
            <a:r>
              <a:rPr lang="en-US" sz="2592">
                <a:solidFill>
                  <a:srgbClr val="FFFFFF"/>
                </a:solidFill>
                <a:latin typeface="Body Text"/>
                <a:ea typeface="Body Text"/>
                <a:cs typeface="Body Text"/>
                <a:sym typeface="Body Text"/>
              </a:rPr>
              <a:t>How you carried out your work or plan to carry it out</a:t>
            </a:r>
          </a:p>
          <a:p>
            <a:pPr algn="just">
              <a:lnSpc>
                <a:spcPts val="3421"/>
              </a:lnSpc>
            </a:pPr>
            <a:r>
              <a:rPr lang="en-US" sz="2592">
                <a:solidFill>
                  <a:srgbClr val="FFFFFF"/>
                </a:solidFill>
                <a:latin typeface="Body Text"/>
                <a:ea typeface="Body Text"/>
                <a:cs typeface="Body Text"/>
                <a:sym typeface="Body Text"/>
              </a:rPr>
              <a:t>(Tech Stack/Project Architecture)</a:t>
            </a:r>
          </a:p>
        </p:txBody>
      </p:sp>
      <p:sp>
        <p:nvSpPr>
          <p:cNvPr id="22" name="Freeform 22"/>
          <p:cNvSpPr/>
          <p:nvPr/>
        </p:nvSpPr>
        <p:spPr>
          <a:xfrm>
            <a:off x="15895863" y="0"/>
            <a:ext cx="2321737" cy="2321737"/>
          </a:xfrm>
          <a:custGeom>
            <a:avLst/>
            <a:gdLst/>
            <a:ahLst/>
            <a:cxnLst/>
            <a:rect l="l" t="t" r="r" b="b"/>
            <a:pathLst>
              <a:path w="2321737" h="2321737">
                <a:moveTo>
                  <a:pt x="0" y="0"/>
                </a:moveTo>
                <a:lnTo>
                  <a:pt x="2321737" y="0"/>
                </a:lnTo>
                <a:lnTo>
                  <a:pt x="2321737" y="2321737"/>
                </a:lnTo>
                <a:lnTo>
                  <a:pt x="0" y="23217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134901" y="9594192"/>
            <a:ext cx="6708766" cy="718723"/>
            <a:chOff x="0" y="0"/>
            <a:chExt cx="1766918" cy="1892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66918" cy="189293"/>
            </a:xfrm>
            <a:custGeom>
              <a:avLst/>
              <a:gdLst/>
              <a:ahLst/>
              <a:cxnLst/>
              <a:rect l="l" t="t" r="r" b="b"/>
              <a:pathLst>
                <a:path w="1766918" h="189293">
                  <a:moveTo>
                    <a:pt x="203200" y="0"/>
                  </a:moveTo>
                  <a:lnTo>
                    <a:pt x="1766918" y="0"/>
                  </a:lnTo>
                  <a:lnTo>
                    <a:pt x="1563718" y="189293"/>
                  </a:lnTo>
                  <a:lnTo>
                    <a:pt x="0" y="18929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1563718" cy="2273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469256" y="9594192"/>
            <a:ext cx="2743795" cy="692808"/>
          </a:xfrm>
          <a:custGeom>
            <a:avLst/>
            <a:gdLst/>
            <a:ahLst/>
            <a:cxnLst/>
            <a:rect l="l" t="t" r="r" b="b"/>
            <a:pathLst>
              <a:path w="2743795" h="692808">
                <a:moveTo>
                  <a:pt x="0" y="0"/>
                </a:moveTo>
                <a:lnTo>
                  <a:pt x="2743795" y="0"/>
                </a:lnTo>
                <a:lnTo>
                  <a:pt x="2743795" y="692808"/>
                </a:lnTo>
                <a:lnTo>
                  <a:pt x="0" y="692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0" y="2345722"/>
            <a:ext cx="2509668" cy="435578"/>
            <a:chOff x="0" y="0"/>
            <a:chExt cx="601815" cy="650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01815" cy="65063"/>
            </a:xfrm>
            <a:custGeom>
              <a:avLst/>
              <a:gdLst/>
              <a:ahLst/>
              <a:cxnLst/>
              <a:rect l="l" t="t" r="r" b="b"/>
              <a:pathLst>
                <a:path w="601815" h="65063">
                  <a:moveTo>
                    <a:pt x="0" y="0"/>
                  </a:moveTo>
                  <a:lnTo>
                    <a:pt x="601815" y="0"/>
                  </a:lnTo>
                  <a:lnTo>
                    <a:pt x="601815" y="65063"/>
                  </a:lnTo>
                  <a:lnTo>
                    <a:pt x="0" y="6506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01815" cy="103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934357" y="3763160"/>
            <a:ext cx="6419286" cy="1380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55"/>
              </a:lnSpc>
            </a:pPr>
            <a:r>
              <a:rPr lang="en-US" sz="7065" b="1">
                <a:solidFill>
                  <a:srgbClr val="FFFFF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THANK YOU</a:t>
            </a:r>
          </a:p>
        </p:txBody>
      </p:sp>
      <p:sp>
        <p:nvSpPr>
          <p:cNvPr id="14" name="Freeform 14"/>
          <p:cNvSpPr/>
          <p:nvPr/>
        </p:nvSpPr>
        <p:spPr>
          <a:xfrm>
            <a:off x="15895863" y="0"/>
            <a:ext cx="2321737" cy="2321737"/>
          </a:xfrm>
          <a:custGeom>
            <a:avLst/>
            <a:gdLst/>
            <a:ahLst/>
            <a:cxnLst/>
            <a:rect l="l" t="t" r="r" b="b"/>
            <a:pathLst>
              <a:path w="2321737" h="2321737">
                <a:moveTo>
                  <a:pt x="0" y="0"/>
                </a:moveTo>
                <a:lnTo>
                  <a:pt x="2321737" y="0"/>
                </a:lnTo>
                <a:lnTo>
                  <a:pt x="2321737" y="2321737"/>
                </a:lnTo>
                <a:lnTo>
                  <a:pt x="0" y="2321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60</Words>
  <Application>Microsoft Office PowerPoint</Application>
  <PresentationFormat>Custom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Anton</vt:lpstr>
      <vt:lpstr>29LT Bukra Bold</vt:lpstr>
      <vt:lpstr>Body Text</vt:lpstr>
      <vt:lpstr>Big Shoulders Display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abstract</dc:title>
  <dc:creator>SRI DHARANIVEL A M</dc:creator>
  <cp:lastModifiedBy>SRI  DHARANIVEL A M</cp:lastModifiedBy>
  <cp:revision>2</cp:revision>
  <dcterms:created xsi:type="dcterms:W3CDTF">2006-08-16T00:00:00Z</dcterms:created>
  <dcterms:modified xsi:type="dcterms:W3CDTF">2026-01-05T14:44:52Z</dcterms:modified>
  <dc:identifier>DAG85kdmp0w</dc:identifier>
</cp:coreProperties>
</file>